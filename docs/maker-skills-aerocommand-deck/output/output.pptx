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852160" y="-1737360"/>
            <a:ext cx="7132320" cy="7132320"/>
          </a:xfrm>
          <a:prstGeom prst="arc">
            <a:avLst/>
          </a:prstGeom>
          <a:solidFill>
            <a:srgbClr val="0E7C86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20000">
            <a:off x="7178040" y="960120"/>
            <a:ext cx="4389120" cy="2377440"/>
          </a:xfrm>
          <a:prstGeom prst="chevron">
            <a:avLst/>
          </a:prstGeom>
          <a:solidFill>
            <a:srgbClr val="35B88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4416552"/>
            <a:ext cx="4343400" cy="-2103120"/>
          </a:xfrm>
          <a:prstGeom prst="line">
            <a:avLst/>
          </a:prstGeom>
          <a:noFill/>
          <a:ln w="27940">
            <a:solidFill>
              <a:srgbClr val="B9E769">
                <a:alpha val="88000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14300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B9E769"/>
                </a:solidFill>
              </a:rPr>
              <a:t>MAKER SKILLS STARTUP PRESENTATION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58368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9E9EC"/>
                </a:solidFill>
              </a:rPr>
              <a:t>Cloud-edge drone fleet operations for smart agriculture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5C8D0"/>
                </a:solidFill>
              </a:rPr>
              <a:t>Commercial presentation |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INTRODUCTION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Maker Skills turns drone operations into a simple service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14600" y="2221992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201168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A startup building practical MIoT tools for field operators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14600" y="3337560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12724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AeroCommand, a web and mobile platform for drone and robot fleets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2960" y="42885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Purpose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4453128"/>
            <a:ext cx="658368" cy="0"/>
          </a:xfrm>
          <a:prstGeom prst="line">
            <a:avLst/>
          </a:prstGeom>
          <a:noFill/>
          <a:ln w="21590">
            <a:solidFill>
              <a:srgbClr val="FF7A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24281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32238"/>
                </a:solidFill>
              </a:rPr>
              <a:t>Show the business value, target customers, and go-to-market path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0" y="5961888"/>
            <a:ext cx="12191695" cy="301752"/>
          </a:xfrm>
          <a:prstGeom prst="rect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PROBLEM / STORYTELLING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Farm monitoring is still too manual for modern operations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897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7083"/>
                </a:solidFill>
              </a:rPr>
              <a:t>Large fields, livestock areas, and remote infrastructure are hard to inspect every day.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2642616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5786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Late detection of crop stress, fence damage, or safety risks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41248" y="317296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108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High labor time for repeated inspection routes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41248" y="3703320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639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Limited visibility when operators are away from the farm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41248" y="4233672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1696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Single-drone tools do not scale to coordinated fleet work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3108960" cy="4251960"/>
          </a:xfrm>
          <a:prstGeom prst="rect">
            <a:avLst/>
          </a:prstGeom>
          <a:solidFill>
            <a:srgbClr val="071B2E"/>
          </a:solidFill>
          <a:ln w="12700">
            <a:solidFill>
              <a:srgbClr val="07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5029200"/>
            <a:ext cx="2084832" cy="-2880360"/>
          </a:xfrm>
          <a:prstGeom prst="line">
            <a:avLst/>
          </a:prstGeom>
          <a:noFill/>
          <a:ln w="31750">
            <a:solidFill>
              <a:srgbClr val="B9E7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82128" y="3063240"/>
            <a:ext cx="1938528" cy="502920"/>
          </a:xfrm>
          <a:prstGeom prst="line">
            <a:avLst/>
          </a:prstGeom>
          <a:noFill/>
          <a:ln w="22860">
            <a:solidFill>
              <a:srgbClr val="FF7A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4023360"/>
            <a:ext cx="1737360" cy="-274320"/>
          </a:xfrm>
          <a:prstGeom prst="line">
            <a:avLst/>
          </a:prstGeom>
          <a:noFill/>
          <a:ln w="2286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769"/>
                </a:solidFill>
              </a:rPr>
              <a:t>Story hook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5010912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6F4F1"/>
                </a:solidFill>
              </a:rPr>
              <a:t>Video idea: before/after clip showing manual inspection vs. live fleet map.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YOUR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connects vehicles, cloud, and operators in one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682496" y="1920240"/>
            <a:ext cx="960120" cy="9601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Edge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Reads MAVLink telemetry and sends vehicle state through MQTT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3108960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30368" y="1920240"/>
            <a:ext cx="960120" cy="960120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97680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Cloud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Stores history, manages missions, commands, alerts, and live streams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656832" y="2395728"/>
            <a:ext cx="1005840" cy="0"/>
          </a:xfrm>
          <a:prstGeom prst="line">
            <a:avLst/>
          </a:prstGeom>
          <a:noFill/>
          <a:ln w="25400">
            <a:solidFill>
              <a:srgbClr val="D8E4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78240" y="1920240"/>
            <a:ext cx="960120" cy="96012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21488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45552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Operator apps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45552" y="35661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07083"/>
                </a:solidFill>
              </a:rPr>
              <a:t>React dashboard and Flutter mobile app for real-time decisions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914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Telemetry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Mission planning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4919472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4992624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Fleet map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Command ACKs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43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Alerts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0" y="5394960"/>
            <a:ext cx="2395728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5468112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AI vision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MAIN FEATURES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product does for the customer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920240"/>
            <a:ext cx="73152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Live fleet visibility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Map, battery, GPS, signal, status, and recent telemetry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731520" cy="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Automated missions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Plan routes, assign vehicles, upload missions, track progress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49808" y="4251960"/>
            <a:ext cx="73152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Field-ready mobile access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Monitor vehicles and alerts from the farm, not only the office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731520" cy="0"/>
          </a:xfrm>
          <a:prstGeom prst="line">
            <a:avLst/>
          </a:prstGeom>
          <a:noFill/>
          <a:ln w="50800">
            <a:solidFill>
              <a:srgbClr val="F6C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544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AI-assisted awareness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983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07083"/>
                </a:solidFill>
              </a:rPr>
              <a:t>Optional YOLOv8 detection for livestock, people, vehicles, or crops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TARGET 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local, then expand to fleet-heavy field operations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Primary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2039112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112" y="18836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Small and medium Tunisian farms using drones for inspection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</a:rPr>
              <a:t>Channel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3246120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309067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Agricultural cooperatives, drone service providers, and training centers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334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B88F"/>
                </a:solidFill>
              </a:rPr>
              <a:t>Expansion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4453128"/>
            <a:ext cx="777240" cy="0"/>
          </a:xfrm>
          <a:prstGeom prst="line">
            <a:avLst/>
          </a:prstGeom>
          <a:noFill/>
          <a:ln w="15240">
            <a:solidFill>
              <a:srgbClr val="D8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42976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32238"/>
                </a:solidFill>
              </a:rPr>
              <a:t>Security, infrastructure inspection, disaster response, and logistics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5229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i="1" dirty="0">
                <a:solidFill>
                  <a:srgbClr val="0E7C86"/>
                </a:solidFill>
              </a:rPr>
              <a:t>The first buyer is not just a tech fan. It is someone who loses time, visibility, or money when field checks are delayed.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COMPETITIVE ADVANTAGE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is built around local deployment and fleet simplicity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82880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11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Criterion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8716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689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Typical ground station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47488" y="1828800"/>
            <a:ext cx="2560320" cy="658368"/>
          </a:xfrm>
          <a:prstGeom prst="rect">
            <a:avLst/>
          </a:prstGeom>
          <a:solidFill>
            <a:srgbClr val="102A4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721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Generic drone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07808" y="1828800"/>
            <a:ext cx="3474720" cy="658368"/>
          </a:xfrm>
          <a:prstGeom prst="rect">
            <a:avLst/>
          </a:prstGeom>
          <a:solidFill>
            <a:srgbClr val="0E7C86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20116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AeroCommand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6700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Fleet scale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48716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Single operator focus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047488" y="2487168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2670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Limited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607808" y="2487168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7536" y="267004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Multi-vehicle operations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3145536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284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Real-time data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48716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689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Local session only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47488" y="3145536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33284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Depends on vendor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607808" y="3145536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332841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Cloud history + live WebSockets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58368" y="3803904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98678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Local adaptation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48716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689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Technical setup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47488" y="3803904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3986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Global product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607808" y="3803904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39867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Tunisian farming workflows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58368" y="4462272"/>
            <a:ext cx="1828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64515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Cost model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48716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689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Hardware/software mix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047488" y="4462272"/>
            <a:ext cx="2560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57216" y="46451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2238"/>
                </a:solidFill>
              </a:rPr>
              <a:t>Vendor lock-in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607808" y="4462272"/>
            <a:ext cx="3474720" cy="658368"/>
          </a:xfrm>
          <a:prstGeom prst="rect">
            <a:avLst/>
          </a:prstGeom>
          <a:solidFill>
            <a:srgbClr val="E9F7F3"/>
          </a:solidFill>
          <a:ln w="8890">
            <a:solidFill>
              <a:srgbClr val="D8E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7536" y="464515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C86"/>
                </a:solidFill>
              </a:rPr>
              <a:t>Flexible packages and support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combines software access, deployment, and support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865376"/>
            <a:ext cx="3017520" cy="219456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09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1-2 drones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509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Monthly subscription for dashboard, mobile, telemetry history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07408" y="1865376"/>
            <a:ext cx="3017520" cy="2194560"/>
          </a:xfrm>
          <a:prstGeom prst="rect">
            <a:avLst/>
          </a:prstGeom>
          <a:solidFill>
            <a:srgbClr val="0E7C8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3-10 drones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085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Mission planning, alerts, AI detection, and priority support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65008" y="1865376"/>
            <a:ext cx="3017520" cy="2194560"/>
          </a:xfrm>
          <a:prstGeom prst="rect">
            <a:avLst/>
          </a:prstGeom>
          <a:solidFill>
            <a:srgbClr val="35B88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1031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Enterprise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6176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F6F2"/>
                </a:solidFill>
              </a:rPr>
              <a:t>Cooperatives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</a:rPr>
              <a:t>Custom deployment, training, integrations, and SLA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60120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Setup fee for edge installation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4636008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Training package for operators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8311896" y="5138928"/>
            <a:ext cx="100584" cy="100584"/>
          </a:xfrm>
          <a:prstGeom prst="ellipse">
            <a:avLst/>
          </a:prstGeom>
          <a:solidFill>
            <a:srgbClr val="35B88F"/>
          </a:solidFill>
          <a:ln w="12700">
            <a:solidFill>
              <a:srgbClr val="35B8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5074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32238"/>
                </a:solidFill>
              </a:rPr>
              <a:t>Optional AI analytics add-on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MARKETING STRATEGY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Reach customers where trust already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</a:rPr>
              <a:t>Field demos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127248" y="18105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Show live drone map, mission planning, and alerts on a real farm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7A59"/>
                </a:solidFill>
              </a:rPr>
              <a:t>Partnerships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27248" y="27706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Agricultural cooperatives, drone sellers, telecom/IoT providers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5B88F"/>
                </a:solidFill>
              </a:rPr>
              <a:t>Digital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27248" y="37307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Facebook groups, short demo videos, LinkedIn for B2B buyers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Events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27248" y="469087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32238"/>
                </a:solidFill>
              </a:rPr>
              <a:t>Agricultural expos, university incubators, smart agriculture programs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5650992"/>
            <a:ext cx="9966960" cy="0"/>
          </a:xfrm>
          <a:prstGeom prst="line">
            <a:avLst/>
          </a:prstGeom>
          <a:noFill/>
          <a:ln w="27940">
            <a:solidFill>
              <a:srgbClr val="F6C8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DEMO / VISUALS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screens make the value easy to see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27632"/>
            <a:ext cx="49834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" y="1627632"/>
            <a:ext cx="498348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4E8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27632"/>
            <a:ext cx="498348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55080" y="1627632"/>
            <a:ext cx="498348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4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9808" y="479145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Operations dashboard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55080" y="479145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Smart farming product page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188720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8F6F2"/>
          </a:solidFill>
          <a:ln w="12700">
            <a:solidFill>
              <a:srgbClr val="E8F6F2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98448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Live fleet status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590288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FF4F7"/>
          </a:solidFill>
          <a:ln w="12700">
            <a:solidFill>
              <a:srgbClr val="EFF4F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0016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8"/>
                </a:solidFill>
              </a:rPr>
              <a:t>Map-first monitoring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991856" y="5513832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01584" y="558698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A59"/>
                </a:solidFill>
              </a:rPr>
              <a:t>Mobile + web access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60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9E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CONCLUSION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AeroCommand makes smart monitoring accessible to field teams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" y="2331720"/>
            <a:ext cx="914400" cy="0"/>
          </a:xfrm>
          <a:prstGeom prst="line">
            <a:avLst/>
          </a:prstGeom>
          <a:noFill/>
          <a:ln w="50800">
            <a:solidFill>
              <a:srgbClr val="FF7A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Farmers need faster visibility across large or remote areas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572000" y="2331720"/>
            <a:ext cx="914400" cy="0"/>
          </a:xfrm>
          <a:prstGeom prst="line">
            <a:avLst/>
          </a:prstGeom>
          <a:noFill/>
          <a:ln w="50800">
            <a:solidFill>
              <a:srgbClr val="B9E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Solution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A cloud-edge platform for telemetry, missions, alerts, and AI vision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275320" y="2331720"/>
            <a:ext cx="914400" cy="0"/>
          </a:xfrm>
          <a:prstGeom prst="line">
            <a:avLst/>
          </a:prstGeom>
          <a:noFill/>
          <a:ln w="50800">
            <a:solidFill>
              <a:srgbClr val="35B8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816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3291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8E8EC"/>
                </a:solidFill>
              </a:rPr>
              <a:t>Less manual inspection, better response time, and safer operations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02920" y="6428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5C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 Skills | AeroCommand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37392" y="6419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B5C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6492240" y="-1828800"/>
            <a:ext cx="6583680" cy="6583680"/>
          </a:xfrm>
          <a:prstGeom prst="arc">
            <a:avLst/>
          </a:prstGeom>
          <a:solidFill>
            <a:srgbClr val="0E7C8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114300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B9E769"/>
                </a:solidFill>
              </a:rPr>
              <a:t>11. Q&amp;A</a:t>
            </a:r>
            <a:endParaRPr lang="en-US" sz="98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for your attention.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E8EC"/>
                </a:solidFill>
              </a:rPr>
              <a:t>Do you have any questions?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5989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5C8D0"/>
                </a:solidFill>
              </a:rPr>
              <a:t>AeroCommand by Maker Skills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Maker 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AeroCommand Commercial Presentation</dc:title>
  <dc:subject>Commercial presentation for AeroCommand</dc:subject>
  <dc:creator>Maker Skills</dc:creator>
  <cp:lastModifiedBy>Maker Skills</cp:lastModifiedBy>
  <cp:revision>1</cp:revision>
  <dcterms:created xsi:type="dcterms:W3CDTF">2026-05-10T09:13:53Z</dcterms:created>
  <dcterms:modified xsi:type="dcterms:W3CDTF">2026-05-10T09:13:53Z</dcterms:modified>
</cp:coreProperties>
</file>